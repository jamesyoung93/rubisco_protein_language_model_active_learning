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reference only</a:t>
            </a:r>
            <a:endParaRPr lang="en-US" sz="1800" dirty="0"/>
          </a:p>
        </p:txBody>
      </p:sp>
      <p:pic>
        <p:nvPicPr>
          <p:cNvPr id="3" name="Image 0" descr="/mnt/data/40aaf529-8ab0-4a75-97cb-679e409c3d5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22960"/>
            <a:ext cx="11731752" cy="5806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2026-01-02T14:51:39Z</dcterms:created>
  <dcterms:modified xsi:type="dcterms:W3CDTF">2026-01-02T14:51:39Z</dcterms:modified>
</cp:coreProperties>
</file>