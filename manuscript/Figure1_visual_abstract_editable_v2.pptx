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Workflow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0" y="182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Mismatch Across Scales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" y="2011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35040" y="2011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1737360" cy="68580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969264"/>
            <a:ext cx="1627632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Rubisco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1737360" cy="68580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1883664"/>
            <a:ext cx="1627632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Rubisco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cyanobacterial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68880" y="1371600"/>
            <a:ext cx="2011680" cy="82296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23744" y="1426464"/>
            <a:ext cx="19019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(ESM2)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508760"/>
            <a:ext cx="1188720" cy="54864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18304" y="1563624"/>
            <a:ext cx="10789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1097280"/>
            <a:ext cx="1371600" cy="54864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81344" y="1152144"/>
            <a:ext cx="12618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26480" y="1874520"/>
            <a:ext cx="1371600" cy="54864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81344" y="1929384"/>
            <a:ext cx="12618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(TabPFN)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26680" y="1325880"/>
            <a:ext cx="1554480" cy="82296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81544" y="1380744"/>
            <a:ext cx="14447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680960" y="2377440"/>
            <a:ext cx="1828800" cy="9144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118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0" y="2606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Learning Loop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680960" y="2971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Efficiently selects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mutants for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goal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212080" y="3063240"/>
            <a:ext cx="1828800" cy="54864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66944" y="3118104"/>
            <a:ext cx="17190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Batch of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194560" y="1234440"/>
            <a:ext cx="274320" cy="54864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9206097">
            <a:off x="2414016" y="1728216"/>
            <a:ext cx="109728" cy="109728"/>
          </a:xfrm>
          <a:prstGeom prst="triangl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194560" y="2148840"/>
            <a:ext cx="274320" cy="-18288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rot="3378596">
            <a:off x="2414016" y="1911096"/>
            <a:ext cx="109728" cy="109728"/>
          </a:xfrm>
          <a:prstGeom prst="triangl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80560" y="1783080"/>
            <a:ext cx="182880" cy="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rot="5400000">
            <a:off x="4608576" y="1728216"/>
            <a:ext cx="109728" cy="109728"/>
          </a:xfrm>
          <a:prstGeom prst="triangl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52160" y="1783080"/>
            <a:ext cx="274320" cy="-41148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rot="2021404">
            <a:off x="6071616" y="1316736"/>
            <a:ext cx="109728" cy="109728"/>
          </a:xfrm>
          <a:prstGeom prst="triangl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852160" y="1783080"/>
            <a:ext cx="274320" cy="36576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rot="8587806">
            <a:off x="6071616" y="2093976"/>
            <a:ext cx="109728" cy="109728"/>
          </a:xfrm>
          <a:prstGeom prst="triangl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498080" y="1371600"/>
            <a:ext cx="228600" cy="32004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rot="8667739">
            <a:off x="7671816" y="1636776"/>
            <a:ext cx="109728" cy="109728"/>
          </a:xfrm>
          <a:prstGeom prst="triangl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98080" y="2148840"/>
            <a:ext cx="228600" cy="-27432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rot="2388334">
            <a:off x="7671816" y="1819656"/>
            <a:ext cx="109728" cy="109728"/>
          </a:xfrm>
          <a:prstGeom prst="triangl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281160" y="2148840"/>
            <a:ext cx="-685800" cy="22860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rot="15093903">
            <a:off x="8540496" y="2322576"/>
            <a:ext cx="109728" cy="109728"/>
          </a:xfrm>
          <a:prstGeom prst="triangl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595360" y="3291840"/>
            <a:ext cx="-1554480" cy="4572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rot="16098919">
            <a:off x="6986016" y="3282696"/>
            <a:ext cx="109728" cy="109728"/>
          </a:xfrm>
          <a:prstGeom prst="triangl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212080" y="3337560"/>
            <a:ext cx="-2194560" cy="-109728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rot="-3806097">
            <a:off x="2962656" y="2185416"/>
            <a:ext cx="109728" cy="109728"/>
          </a:xfrm>
          <a:prstGeom prst="triangl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657600" y="3063240"/>
            <a:ext cx="-182880" cy="-82296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rot="-751728">
            <a:off x="3419856" y="2185416"/>
            <a:ext cx="109728" cy="109728"/>
          </a:xfrm>
          <a:prstGeom prst="triangl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92240" y="868680"/>
            <a:ext cx="5440680" cy="5440680"/>
          </a:xfrm>
          <a:prstGeom prst="ellipse">
            <a:avLst/>
          </a:prstGeom>
          <a:solidFill>
            <a:srgbClr val="CDE7E2">
              <a:alpha val="80000"/>
            </a:srgbClr>
          </a:solidFill>
          <a:ln w="12700">
            <a:solidFill>
              <a:srgbClr val="2F4F4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995160" y="1371600"/>
            <a:ext cx="4434840" cy="4434840"/>
          </a:xfrm>
          <a:prstGeom prst="ellipse">
            <a:avLst/>
          </a:prstGeom>
          <a:solidFill>
            <a:srgbClr val="F6E4A6">
              <a:alpha val="80000"/>
            </a:srgbClr>
          </a:solidFill>
          <a:ln w="12700">
            <a:solidFill>
              <a:srgbClr val="8B6B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543800" y="1920240"/>
            <a:ext cx="3291840" cy="3291840"/>
          </a:xfrm>
          <a:prstGeom prst="ellipse">
            <a:avLst/>
          </a:prstGeom>
          <a:solidFill>
            <a:srgbClr val="F2C6B6">
              <a:alpha val="85000"/>
            </a:srgbClr>
          </a:solidFill>
          <a:ln w="12700">
            <a:solidFill>
              <a:srgbClr val="8B3A2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229600" y="9601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Level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(Industrial)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8366760" y="15544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Level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 vivo)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8321040" y="21488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Enzyme Level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 vitro)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7863840" y="324612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catalytic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9509760" y="324612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9829800" y="283464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tolerance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allocation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10058400" y="425196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bioproducts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CO2 utilization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7315200" y="48006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10469880" y="56235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8138160" y="5303520"/>
            <a:ext cx="2926080" cy="-502920"/>
          </a:xfrm>
          <a:prstGeom prst="line">
            <a:avLst/>
          </a:prstGeom>
          <a:noFill/>
          <a:ln w="25400">
            <a:solidFill>
              <a:srgbClr val="111827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rot="4814855">
            <a:off x="11009376" y="4745736"/>
            <a:ext cx="109728" cy="109728"/>
          </a:xfrm>
          <a:prstGeom prst="triangl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537960" y="566928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Suboptimal for cell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fitness, valuable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application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 reference (PNG). Do not edit this slide. Use slide 1.</a:t>
            </a:r>
            <a:endParaRPr lang="en-US" sz="1600" dirty="0"/>
          </a:p>
        </p:txBody>
      </p:sp>
      <p:pic>
        <p:nvPicPr>
          <p:cNvPr id="3" name="Image 0" descr="/mnt/data/40aaf529-8ab0-4a75-97cb-679e409c3d5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777240"/>
            <a:ext cx="11731752" cy="58064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Rubisco Landscape Project</dc:creator>
  <cp:lastModifiedBy>Rubisco Landscape Project</cp:lastModifiedBy>
  <cp:revision>1</cp:revision>
  <dcterms:created xsi:type="dcterms:W3CDTF">2026-01-02T14:50:19Z</dcterms:created>
  <dcterms:modified xsi:type="dcterms:W3CDTF">2026-01-02T14:50:19Z</dcterms:modified>
</cp:coreProperties>
</file>